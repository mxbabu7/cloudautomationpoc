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66CC"/>
                </a:solidFill>
              </a:defRPr>
            </a:pPr>
            <a:r>
              <a:t>AI-Powered Presales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We're Cutting Costs, Winning More Deals, and Accelerating Sales</a:t>
            </a:r>
          </a:p>
          <a:p/>
          <a:p>
            <a:r>
              <a:t>4 Game-Changing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The Challenge We're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🕒 Our sales teams spend too much time on repetitive work</a:t>
            </a:r>
          </a:p>
          <a:p>
            <a:pPr>
              <a:spcBef>
                <a:spcPts val="1500"/>
              </a:spcBef>
              <a:defRPr sz="2000"/>
            </a:pPr>
            <a:r>
              <a:t>💸 Presales activities cost us $2-3 million annually</a:t>
            </a:r>
          </a:p>
          <a:p>
            <a:pPr>
              <a:spcBef>
                <a:spcPts val="1500"/>
              </a:spcBef>
              <a:defRPr sz="2000"/>
            </a:pPr>
            <a:r>
              <a:t>⏰ We take weeks to respond to customer requests</a:t>
            </a:r>
          </a:p>
          <a:p>
            <a:pPr>
              <a:spcBef>
                <a:spcPts val="1500"/>
              </a:spcBef>
              <a:defRPr sz="2000"/>
            </a:pPr>
            <a:r>
              <a:t>📉 We're losing deals because competitors move faster</a:t>
            </a:r>
          </a:p>
          <a:p>
            <a:pPr>
              <a:spcBef>
                <a:spcPts val="1500"/>
              </a:spcBef>
              <a:defRPr sz="2000"/>
            </a:pPr>
            <a:r>
              <a:t>🎯 Our win rate could be 15-20% higher</a:t>
            </a:r>
          </a:p>
          <a:p>
            <a:pPr>
              <a:spcBef>
                <a:spcPts val="1500"/>
              </a:spcBef>
              <a:defRPr sz="2000"/>
            </a:pPr>
            <a:r>
              <a:t>💡 We need smart automation to compete and win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Our Approach: Smart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✨ We've built 4 intelligent tools that do the heavy lifting</a:t>
            </a:r>
          </a:p>
          <a:p>
            <a:pPr>
              <a:spcBef>
                <a:spcPts val="1500"/>
              </a:spcBef>
              <a:defRPr sz="2000"/>
            </a:pPr>
            <a:r>
              <a:t>🤖 These tools work like expert assistants, available 24/7</a:t>
            </a:r>
          </a:p>
          <a:p>
            <a:pPr>
              <a:spcBef>
                <a:spcPts val="1500"/>
              </a:spcBef>
              <a:defRPr sz="2000"/>
            </a:pPr>
            <a:r>
              <a:t>⚡ They complete in minutes what used to take days or weeks</a:t>
            </a:r>
          </a:p>
          <a:p>
            <a:pPr>
              <a:spcBef>
                <a:spcPts val="1500"/>
              </a:spcBef>
              <a:defRPr sz="2000"/>
            </a:pPr>
            <a:r>
              <a:t>💰 They dramatically reduce costs while improving quality</a:t>
            </a:r>
          </a:p>
          <a:p>
            <a:pPr>
              <a:spcBef>
                <a:spcPts val="1500"/>
              </a:spcBef>
              <a:defRPr sz="2000"/>
            </a:pPr>
            <a:r>
              <a:t>📈 They help us win more deals and close them faster</a:t>
            </a:r>
          </a:p>
          <a:p>
            <a:pPr>
              <a:spcBef>
                <a:spcPts val="1500"/>
              </a:spcBef>
              <a:defRPr sz="2000"/>
            </a:pPr>
            <a:r>
              <a:t>🎯 Simple to use - no technical expertise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Solution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Smart Infrastructure Designer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Solution #1: Smart Infrastructure Designer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86200" cy="5029200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</a:defRPr>
            </a:pPr>
            <a:r>
              <a:t>❌ THE PROBLEM TODAY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Designing technology solutions takes 2-3 weeks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Requires expensive specialists ($150K+ salaries)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Inconsistent quality across different engineers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Security and compliance gaps discovered too late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Customers get frustrated with slow responses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We lose deals while competitors respond faster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97280"/>
            <a:ext cx="3886200" cy="502920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128016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</a:defRPr>
            </a:pPr>
            <a:r>
              <a:t>✅ OUR SOLUTION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Designs complete solutions in 5-10 minutes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Ensures compliance with regulations automatically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Consistent, high-quality designs every time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Catches security issues upfront, not later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Creates documentation and code automatically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Anyone on the team can generate professional designs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💰 BUSINESS VALUE: Save $950,000 per year + Win deals 3 weeks faster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Real Example: Financial Services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BEFORE: Client asks for infrastructure design</a:t>
            </a:r>
          </a:p>
          <a:p>
            <a:pPr>
              <a:spcBef>
                <a:spcPts val="1500"/>
              </a:spcBef>
              <a:defRPr sz="2000"/>
            </a:pPr>
            <a:r>
              <a:t>  ⏰ Waited 18 days for our design proposal</a:t>
            </a:r>
          </a:p>
          <a:p>
            <a:pPr>
              <a:spcBef>
                <a:spcPts val="1500"/>
              </a:spcBef>
              <a:defRPr sz="2000"/>
            </a:pPr>
            <a:r>
              <a:t>  💰 Cost us $8,000 in presales engineering time</a:t>
            </a:r>
          </a:p>
          <a:p>
            <a:pPr>
              <a:spcBef>
                <a:spcPts val="1500"/>
              </a:spcBef>
              <a:defRPr sz="2000"/>
            </a:pPr>
            <a:r>
              <a:t>  ❌ Competitor submitted proposal in 5 days and won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AFTER: Same request with our Smart Designer</a:t>
            </a:r>
          </a:p>
          <a:p>
            <a:pPr>
              <a:spcBef>
                <a:spcPts val="1500"/>
              </a:spcBef>
              <a:defRPr sz="2000"/>
            </a:pPr>
            <a:r>
              <a:t>  ⚡ Complete design ready in 8 minutes</a:t>
            </a:r>
          </a:p>
          <a:p>
            <a:pPr>
              <a:spcBef>
                <a:spcPts val="1500"/>
              </a:spcBef>
              <a:defRPr sz="2000"/>
            </a:pPr>
            <a:r>
              <a:t>  ✅ Includes security compliance for financial regulations</a:t>
            </a:r>
          </a:p>
          <a:p>
            <a:pPr>
              <a:spcBef>
                <a:spcPts val="1500"/>
              </a:spcBef>
              <a:defRPr sz="2000"/>
            </a:pPr>
            <a:r>
              <a:t>  💰 Cost: $50 (vs. $8,000)</a:t>
            </a:r>
          </a:p>
          <a:p>
            <a:pPr>
              <a:spcBef>
                <a:spcPts val="1500"/>
              </a:spcBef>
              <a:defRPr sz="2000"/>
            </a:pPr>
            <a:r>
              <a:t>  🎯 Result: We submit first and impress the client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Solution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Personalized Demo Creator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Solution #2: Personalized Demo Creator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86200" cy="5029200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</a:defRPr>
            </a:pPr>
            <a:r>
              <a:t>❌ THE PROBLEM TODAY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Generic demos don't resonate with customers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Customizing demos takes 8-10 hours per customer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Different audiences need different messages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Demo environments break at critical moments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Cost: $30,000-$40,000 per month in prep time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Lost deals due to poor demo experiences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97280"/>
            <a:ext cx="3886200" cy="502920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128016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</a:defRPr>
            </a:pPr>
            <a:r>
              <a:t>✅ OUR SOLUTION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Automatically customizes demos for each audience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Creates personalized demos in seconds, not hours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Adapts messaging for CFOs, CTOs, or engineers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Self-healing - demos never fail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Interactive guides that match customer interests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Every customer gets a 'wow'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💰 BUSINESS VALUE: Save $300,000 per year + Improve demo success rate 40%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Real Example: Healthcare Prospect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BEFORE: Healthcare CIO needs a demo</a:t>
            </a:r>
          </a:p>
          <a:p>
            <a:pPr>
              <a:spcBef>
                <a:spcPts val="1500"/>
              </a:spcBef>
              <a:defRPr sz="2000"/>
            </a:pPr>
            <a:r>
              <a:t>  ⏰ Spent 9 hours customizing our standard demo</a:t>
            </a:r>
          </a:p>
          <a:p>
            <a:pPr>
              <a:spcBef>
                <a:spcPts val="1500"/>
              </a:spcBef>
              <a:defRPr sz="2000"/>
            </a:pPr>
            <a:r>
              <a:t>  😕 CIO seemed unimpressed (too technical)</a:t>
            </a:r>
          </a:p>
          <a:p>
            <a:pPr>
              <a:spcBef>
                <a:spcPts val="1500"/>
              </a:spcBef>
              <a:defRPr sz="2000"/>
            </a:pPr>
            <a:r>
              <a:t>  ❌ Lost deal - 'didn't address our business needs'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AFTER: Same scenario with our Demo Creator</a:t>
            </a:r>
          </a:p>
          <a:p>
            <a:pPr>
              <a:spcBef>
                <a:spcPts val="1500"/>
              </a:spcBef>
              <a:defRPr sz="2000"/>
            </a:pPr>
            <a:r>
              <a:t>  ⚡ System created personalized demo in 45 seconds</a:t>
            </a:r>
          </a:p>
          <a:p>
            <a:pPr>
              <a:spcBef>
                <a:spcPts val="1500"/>
              </a:spcBef>
              <a:defRPr sz="2000"/>
            </a:pPr>
            <a:r>
              <a:t>  🎯 Focused on cost savings and compliance (what CIOs care about)</a:t>
            </a:r>
          </a:p>
          <a:p>
            <a:pPr>
              <a:spcBef>
                <a:spcPts val="1500"/>
              </a:spcBef>
              <a:defRPr sz="2000"/>
            </a:pPr>
            <a:r>
              <a:t>  😊 CIO: 'This is exactly what we need!'</a:t>
            </a:r>
          </a:p>
          <a:p>
            <a:pPr>
              <a:spcBef>
                <a:spcPts val="1500"/>
              </a:spcBef>
              <a:defRPr sz="2000"/>
            </a:pPr>
            <a:r>
              <a:t>  ✅ Won $280,000 contract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Solution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Instant Cost Calculator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Solution #3: Instant Cost Calculator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86200" cy="5029200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</a:defRPr>
            </a:pPr>
            <a:r>
              <a:t>❌ THE PROBLEM TODAY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Cost analysis takes 3-5 days per opportunity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Calculations are inconsistent across the team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We often miss hidden costs in our estimates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Can't quickly show ROI to justify our price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No way to show environmental benefits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Customers choose cheaper competitors by default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97280"/>
            <a:ext cx="3886200" cy="502920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128016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</a:defRPr>
            </a:pPr>
            <a:r>
              <a:t>✅ OUR SOLUTION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Instant, accurate cost analysis in seconds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Shows 3-year total cost comparison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Calculates exact ROI and payback period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Includes environmental impact (carbon savings)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What-if scenarios for different options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Professional reports to share with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💰 BUSINESS VALUE: Save $400,000 per year + Prove we're 40-60% cheaper than competitors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Real Example: Enterprise Migration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Customer considering $5M technology migration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OUR INSTANT ANALYSIS SHOWED:</a:t>
            </a:r>
          </a:p>
          <a:p>
            <a:pPr>
              <a:spcBef>
                <a:spcPts val="1500"/>
              </a:spcBef>
              <a:defRPr sz="2000"/>
            </a:pPr>
            <a:r>
              <a:t>  💰 Total 3-year cost: $38.4M (vs. competitor at $50M)</a:t>
            </a:r>
          </a:p>
          <a:p>
            <a:pPr>
              <a:spcBef>
                <a:spcPts val="1500"/>
              </a:spcBef>
              <a:defRPr sz="2000"/>
            </a:pPr>
            <a:r>
              <a:t>  📈 ROI: 129% over 3 years</a:t>
            </a:r>
          </a:p>
          <a:p>
            <a:pPr>
              <a:spcBef>
                <a:spcPts val="1500"/>
              </a:spcBef>
              <a:defRPr sz="2000"/>
            </a:pPr>
            <a:r>
              <a:t>  ⚡ Payback period: 14 months</a:t>
            </a:r>
          </a:p>
          <a:p>
            <a:pPr>
              <a:spcBef>
                <a:spcPts val="1500"/>
              </a:spcBef>
              <a:defRPr sz="2000"/>
            </a:pPr>
            <a:r>
              <a:t>  💵 Annual savings: $6.5 million per year</a:t>
            </a:r>
          </a:p>
          <a:p>
            <a:pPr>
              <a:spcBef>
                <a:spcPts val="1500"/>
              </a:spcBef>
              <a:defRPr sz="2000"/>
            </a:pPr>
            <a:r>
              <a:t>  🌱 Carbon reduction: 28% (great for sustainability goals)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✅ RESULT: Won the deal based on clear financial proof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Solution 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Competitive Intelligence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Solution #4: Competitive Intelligence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86200" cy="5029200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</a:defRPr>
            </a:pPr>
            <a:r>
              <a:t>❌ THE PROBLEM TODAY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Competitor information is outdated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Sales reps unprepared for competitive situations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We lose deals based on competitor FUD (fear, uncertainty, doubt)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Generic 'battle cards' don't help in real situations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No insight into why we win or lose deals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30-40% loss rate in competitive deals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97280"/>
            <a:ext cx="3886200" cy="502920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128016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</a:defRPr>
            </a:pPr>
            <a:r>
              <a:t>✅ OUR SOLUTION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Real-time competitor analysis and insights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Automatic 'battle cards' for every situation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Specific talking points for sales conversations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Analyzes our wins and losses to find patterns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Tells us exactly how to counter competitor claims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Sales teams always prepared and confident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💰 BUSINESS VALUE: Improve win rate 15% = $3 million in additional revenue per year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Real Example: Competing Against VMware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Deal: $450,000 cloud migration competing vs. VMware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OUR SYSTEM PROVIDED:</a:t>
            </a:r>
          </a:p>
          <a:p>
            <a:pPr>
              <a:spcBef>
                <a:spcPts val="1500"/>
              </a:spcBef>
              <a:defRPr sz="2000"/>
            </a:pPr>
            <a:r>
              <a:t>  🎯 VMware's key weakness: 45% price increase after acquisition</a:t>
            </a:r>
          </a:p>
          <a:p>
            <a:pPr>
              <a:spcBef>
                <a:spcPts val="1500"/>
              </a:spcBef>
              <a:defRPr sz="2000"/>
            </a:pPr>
            <a:r>
              <a:t>  💰 Our price advantage: $200,000 cheaper over 3 years</a:t>
            </a:r>
          </a:p>
          <a:p>
            <a:pPr>
              <a:spcBef>
                <a:spcPts val="1500"/>
              </a:spcBef>
              <a:defRPr sz="2000"/>
            </a:pPr>
            <a:r>
              <a:t>  💡 Talking point: 'VMware customers are switching to avoid price hikes'</a:t>
            </a:r>
          </a:p>
          <a:p>
            <a:pPr>
              <a:spcBef>
                <a:spcPts val="1500"/>
              </a:spcBef>
              <a:defRPr sz="2000"/>
            </a:pPr>
            <a:r>
              <a:t>  📊 Demo focus: Show cloud-native features VMware lacks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✅ RESULT: Sales rep felt confident, handled objections perfectly, WON the deal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Total Business Impact - 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3886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t>$4.65M</a:t>
            </a:r>
          </a:p>
          <a:p>
            <a:pPr algn="ctr"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Annual Financial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3886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t>85%</a:t>
            </a:r>
          </a:p>
          <a:p>
            <a:pPr algn="ctr"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Time Savings on Manual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89120"/>
            <a:ext cx="3886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t>15%</a:t>
            </a:r>
          </a:p>
          <a:p>
            <a:pPr algn="ctr"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Increase in Win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389120"/>
            <a:ext cx="3886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t>30%</a:t>
            </a:r>
          </a:p>
          <a:p>
            <a:pPr algn="ctr"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Faster Sales Cycles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949440"/>
            <a:ext cx="3886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t>6,050%</a:t>
            </a:r>
          </a:p>
          <a:p>
            <a:pPr algn="ctr"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3-Year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949440"/>
            <a:ext cx="3886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t>2 months</a:t>
            </a:r>
          </a:p>
          <a:p>
            <a:pPr algn="ctr"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Payback Period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How Our Sales Process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BEFORE (Without Automation):</a:t>
            </a:r>
          </a:p>
          <a:p>
            <a:pPr>
              <a:spcBef>
                <a:spcPts val="1500"/>
              </a:spcBef>
              <a:defRPr sz="2000"/>
            </a:pPr>
            <a:r>
              <a:t>  ⏰ 3 weeks to create proposals</a:t>
            </a:r>
          </a:p>
          <a:p>
            <a:pPr>
              <a:spcBef>
                <a:spcPts val="1500"/>
              </a:spcBef>
              <a:defRPr sz="2000"/>
            </a:pPr>
            <a:r>
              <a:t>  💸 $50K-100K presales cost per large deal</a:t>
            </a:r>
          </a:p>
          <a:p>
            <a:pPr>
              <a:spcBef>
                <a:spcPts val="1500"/>
              </a:spcBef>
              <a:defRPr sz="2000"/>
            </a:pPr>
            <a:r>
              <a:t>  😰 Inconsistent quality and messaging</a:t>
            </a:r>
          </a:p>
          <a:p>
            <a:pPr>
              <a:spcBef>
                <a:spcPts val="1500"/>
              </a:spcBef>
              <a:defRPr sz="2000"/>
            </a:pPr>
            <a:r>
              <a:t>  📉 Miss deadlines, lose competitive deals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AFTER (With Our 4 Solutions):</a:t>
            </a:r>
          </a:p>
          <a:p>
            <a:pPr>
              <a:spcBef>
                <a:spcPts val="1500"/>
              </a:spcBef>
              <a:defRPr sz="2000"/>
            </a:pPr>
            <a:r>
              <a:t>  ⚡ Same-day or next-day proposals</a:t>
            </a:r>
          </a:p>
          <a:p>
            <a:pPr>
              <a:spcBef>
                <a:spcPts val="1500"/>
              </a:spcBef>
              <a:defRPr sz="2000"/>
            </a:pPr>
            <a:r>
              <a:t>  💰 $5K-10K presales cost per large deal</a:t>
            </a:r>
          </a:p>
          <a:p>
            <a:pPr>
              <a:spcBef>
                <a:spcPts val="1500"/>
              </a:spcBef>
              <a:defRPr sz="2000"/>
            </a:pPr>
            <a:r>
              <a:t>  ✅ Professional, consistent, high-quality every time</a:t>
            </a:r>
          </a:p>
          <a:p>
            <a:pPr>
              <a:spcBef>
                <a:spcPts val="1500"/>
              </a:spcBef>
              <a:defRPr sz="2000"/>
            </a:pPr>
            <a:r>
              <a:t>  🏆 Beat competitors on speed and substance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Strategic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💼 COMPETITIVE ADVANTAGE: We respond faster than anyone in our market</a:t>
            </a:r>
          </a:p>
          <a:p>
            <a:pPr>
              <a:spcBef>
                <a:spcPts val="1500"/>
              </a:spcBef>
              <a:defRPr sz="2000"/>
            </a:pPr>
            <a:r>
              <a:t>💰 COST REDUCTION: Cut presales expenses by 80%</a:t>
            </a:r>
          </a:p>
          <a:p>
            <a:pPr>
              <a:spcBef>
                <a:spcPts val="1500"/>
              </a:spcBef>
              <a:defRPr sz="2000"/>
            </a:pPr>
            <a:r>
              <a:t>📈 REVENUE GROWTH: Win 15% more deals = millions in new revenue</a:t>
            </a:r>
          </a:p>
          <a:p>
            <a:pPr>
              <a:spcBef>
                <a:spcPts val="1500"/>
              </a:spcBef>
              <a:defRPr sz="2000"/>
            </a:pPr>
            <a:r>
              <a:t>😊 CUSTOMER SATISFACTION: Impress customers with speed and quality</a:t>
            </a:r>
          </a:p>
          <a:p>
            <a:pPr>
              <a:spcBef>
                <a:spcPts val="1500"/>
              </a:spcBef>
              <a:defRPr sz="2000"/>
            </a:pPr>
            <a:r>
              <a:t>👥 TEAM MORALE: Let experts do expert work, not repetitive tasks</a:t>
            </a:r>
          </a:p>
          <a:p>
            <a:pPr>
              <a:spcBef>
                <a:spcPts val="1500"/>
              </a:spcBef>
              <a:defRPr sz="2000"/>
            </a:pPr>
            <a:r>
              <a:t>🚀 SCALABILITY: Handle 3x more opportunities without hiring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What It Takes to Implement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💵 YEAR 1 INVESTMENT: $251,000</a:t>
            </a:r>
          </a:p>
          <a:p>
            <a:pPr>
              <a:spcBef>
                <a:spcPts val="1500"/>
              </a:spcBef>
              <a:defRPr sz="2000"/>
            </a:pPr>
            <a:r>
              <a:t>  • Development and setup: $120,000</a:t>
            </a:r>
          </a:p>
          <a:p>
            <a:pPr>
              <a:spcBef>
                <a:spcPts val="1500"/>
              </a:spcBef>
              <a:defRPr sz="2000"/>
            </a:pPr>
            <a:r>
              <a:t>  • Monthly operating costs: $7,000/month</a:t>
            </a:r>
          </a:p>
          <a:p>
            <a:pPr>
              <a:spcBef>
                <a:spcPts val="1500"/>
              </a:spcBef>
              <a:defRPr sz="2000"/>
            </a:pPr>
            <a:r>
              <a:t>  • Training: $20,000 one-time</a:t>
            </a:r>
          </a:p>
          <a:p>
            <a:pPr>
              <a:spcBef>
                <a:spcPts val="1500"/>
              </a:spcBef>
              <a:defRPr sz="2000"/>
            </a:pPr>
            <a:r>
              <a:t>  • Support: $30,000/year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💰 YEAR 1 RETURN: $5.15 million</a:t>
            </a:r>
          </a:p>
          <a:p>
            <a:pPr>
              <a:spcBef>
                <a:spcPts val="1500"/>
              </a:spcBef>
              <a:defRPr sz="2000"/>
            </a:pPr>
            <a:r>
              <a:t>  • Labor savings: $1.65M</a:t>
            </a:r>
          </a:p>
          <a:p>
            <a:pPr>
              <a:spcBef>
                <a:spcPts val="1500"/>
              </a:spcBef>
              <a:defRPr sz="2000"/>
            </a:pPr>
            <a:r>
              <a:t>  • Revenue uplift: $3M</a:t>
            </a:r>
          </a:p>
          <a:p>
            <a:pPr>
              <a:spcBef>
                <a:spcPts val="1500"/>
              </a:spcBef>
              <a:defRPr sz="2000"/>
            </a:pPr>
            <a:r>
              <a:t>  • Efficiency gains: $500K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📊 NET BENEFIT: $4.9 million in Year 1 alone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How We'll Make This Happen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PHASE 1 (Month 1): Start with Smart Designer</a:t>
            </a:r>
          </a:p>
          <a:p>
            <a:pPr>
              <a:spcBef>
                <a:spcPts val="1500"/>
              </a:spcBef>
              <a:defRPr sz="2000"/>
            </a:pPr>
            <a:r>
              <a:t>  • Train 3 presales engineers</a:t>
            </a:r>
          </a:p>
          <a:p>
            <a:pPr>
              <a:spcBef>
                <a:spcPts val="1500"/>
              </a:spcBef>
              <a:defRPr sz="2000"/>
            </a:pPr>
            <a:r>
              <a:t>  • Prove the concept with real customer requests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PHASE 2 (Month 2): Add Demo Creator &amp; Cost Calculator</a:t>
            </a:r>
          </a:p>
          <a:p>
            <a:pPr>
              <a:spcBef>
                <a:spcPts val="1500"/>
              </a:spcBef>
              <a:defRPr sz="2000"/>
            </a:pPr>
            <a:r>
              <a:t>  • Expand to 10 team members</a:t>
            </a:r>
          </a:p>
          <a:p>
            <a:pPr>
              <a:spcBef>
                <a:spcPts val="1500"/>
              </a:spcBef>
              <a:defRPr sz="2000"/>
            </a:pPr>
            <a:r>
              <a:t>  • Measure time savings and quality improvements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PHASE 3 (Month 3): Deploy Competitive Intelligence</a:t>
            </a:r>
          </a:p>
          <a:p>
            <a:pPr>
              <a:spcBef>
                <a:spcPts val="1500"/>
              </a:spcBef>
              <a:defRPr sz="2000"/>
            </a:pPr>
            <a:r>
              <a:t>  • Full team rollout</a:t>
            </a:r>
          </a:p>
          <a:p>
            <a:pPr>
              <a:spcBef>
                <a:spcPts val="1500"/>
              </a:spcBef>
              <a:defRPr sz="2000"/>
            </a:pPr>
            <a:r>
              <a:t>  • Track wins and losses, refine approach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✅ Quick wins visible in 30 days, full benefits by 90 days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Addressing Your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❓ 'What if the AI makes mistakes?'</a:t>
            </a:r>
          </a:p>
          <a:p>
            <a:pPr>
              <a:spcBef>
                <a:spcPts val="1500"/>
              </a:spcBef>
              <a:defRPr sz="2000"/>
            </a:pPr>
            <a:r>
              <a:t>  ✅ Humans review everything before it goes to customers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❓ 'Will people resist using it?'</a:t>
            </a:r>
          </a:p>
          <a:p>
            <a:pPr>
              <a:spcBef>
                <a:spcPts val="1500"/>
              </a:spcBef>
              <a:defRPr sz="2000"/>
            </a:pPr>
            <a:r>
              <a:t>  ✅ Our team will love it - removes boring work, makes them heroes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❓ 'Is our data secure?'</a:t>
            </a:r>
          </a:p>
          <a:p>
            <a:pPr>
              <a:spcBef>
                <a:spcPts val="1500"/>
              </a:spcBef>
              <a:defRPr sz="2000"/>
            </a:pPr>
            <a:r>
              <a:t>  ✅ We can run everything on our own secure systems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❓ 'What if it doesn't work?'</a:t>
            </a:r>
          </a:p>
          <a:p>
            <a:pPr>
              <a:spcBef>
                <a:spcPts val="1500"/>
              </a:spcBef>
              <a:defRPr sz="2000"/>
            </a:pPr>
            <a:r>
              <a:t>  ✅ 30-day pilot with no long-term commitment, prove it first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What Success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AFTER 6 MONTHS:</a:t>
            </a:r>
          </a:p>
          <a:p>
            <a:pPr>
              <a:spcBef>
                <a:spcPts val="1500"/>
              </a:spcBef>
              <a:defRPr sz="2000"/>
            </a:pPr>
            <a:r>
              <a:t>  • Presales team handling 2x more opportunities</a:t>
            </a:r>
          </a:p>
          <a:p>
            <a:pPr>
              <a:spcBef>
                <a:spcPts val="1500"/>
              </a:spcBef>
              <a:defRPr sz="2000"/>
            </a:pPr>
            <a:r>
              <a:t>  • Win rate increased from 35% to 45%</a:t>
            </a:r>
          </a:p>
          <a:p>
            <a:pPr>
              <a:spcBef>
                <a:spcPts val="1500"/>
              </a:spcBef>
              <a:defRPr sz="2000"/>
            </a:pPr>
            <a:r>
              <a:t>  • Average sales cycle reduced by 3 weeks</a:t>
            </a:r>
          </a:p>
          <a:p>
            <a:pPr>
              <a:spcBef>
                <a:spcPts val="1500"/>
              </a:spcBef>
              <a:defRPr sz="2000"/>
            </a:pPr>
            <a:r>
              <a:t>  • Customer satisfaction scores up 25%</a:t>
            </a:r>
          </a:p>
          <a:p>
            <a:pPr>
              <a:spcBef>
                <a:spcPts val="1500"/>
              </a:spcBef>
              <a:defRPr sz="2000"/>
            </a:pPr>
            <a:r>
              <a:t>  • Team morale significantly improved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AFTER 1 YEAR:</a:t>
            </a:r>
          </a:p>
          <a:p>
            <a:pPr>
              <a:spcBef>
                <a:spcPts val="1500"/>
              </a:spcBef>
              <a:defRPr sz="2000"/>
            </a:pPr>
            <a:r>
              <a:t>  • $4.9M saved and earned (proven ROI)</a:t>
            </a:r>
          </a:p>
          <a:p>
            <a:pPr>
              <a:spcBef>
                <a:spcPts val="1500"/>
              </a:spcBef>
              <a:defRPr sz="2000"/>
            </a:pPr>
            <a:r>
              <a:t>  • Industry recognition for innovation</a:t>
            </a:r>
          </a:p>
          <a:p>
            <a:pPr>
              <a:spcBef>
                <a:spcPts val="1500"/>
              </a:spcBef>
              <a:defRPr sz="2000"/>
            </a:pPr>
            <a:r>
              <a:t>  • Competitive advantage that's hard to copy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Next Steps - Decision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000"/>
            </a:pPr>
            <a:r>
              <a:t>✅ APPROVE: 30-day pilot program ($35,000)</a:t>
            </a:r>
          </a:p>
          <a:p>
            <a:pPr>
              <a:spcBef>
                <a:spcPts val="1500"/>
              </a:spcBef>
              <a:defRPr sz="2000"/>
            </a:pPr>
            <a:r>
              <a:t>  • Select 3 presales team members</a:t>
            </a:r>
          </a:p>
          <a:p>
            <a:pPr>
              <a:spcBef>
                <a:spcPts val="1500"/>
              </a:spcBef>
              <a:defRPr sz="2000"/>
            </a:pPr>
            <a:r>
              <a:t>  • Test with 10-15 real customer opportunities</a:t>
            </a:r>
          </a:p>
          <a:p>
            <a:pPr>
              <a:spcBef>
                <a:spcPts val="1500"/>
              </a:spcBef>
              <a:defRPr sz="2000"/>
            </a:pPr>
            <a:r>
              <a:t>  • Measure results vs. traditional approach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✅ COMMIT: Based on pilot results, full rollout</a:t>
            </a:r>
          </a:p>
          <a:p>
            <a:pPr>
              <a:spcBef>
                <a:spcPts val="1500"/>
              </a:spcBef>
              <a:defRPr sz="2000"/>
            </a:pPr>
            <a:r>
              <a:t>  • Remaining investment of $216,000</a:t>
            </a:r>
          </a:p>
          <a:p>
            <a:pPr>
              <a:spcBef>
                <a:spcPts val="1500"/>
              </a:spcBef>
              <a:defRPr sz="2000"/>
            </a:pPr>
            <a:r>
              <a:t>  • 90-day implementation across full team</a:t>
            </a:r>
          </a:p>
          <a:p>
            <a:pPr>
              <a:spcBef>
                <a:spcPts val="1500"/>
              </a:spcBef>
              <a:defRPr sz="2000"/>
            </a:pPr>
            <a:r>
              <a:t>  • Regular progress reviews and adjustments</a:t>
            </a:r>
          </a:p>
          <a:p>
            <a:pPr>
              <a:spcBef>
                <a:spcPts val="1500"/>
              </a:spcBef>
              <a:defRPr sz="2000"/>
            </a:pPr>
          </a:p>
          <a:p>
            <a:pPr>
              <a:spcBef>
                <a:spcPts val="1500"/>
              </a:spcBef>
              <a:defRPr sz="2000"/>
            </a:pPr>
            <a:r>
              <a:t>🎯 DECISION NEEDED: Approve pilot program to start in January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66CC"/>
                </a:solidFill>
              </a:defRPr>
            </a:pPr>
            <a:r>
              <a:t>Let's Transform How We Sell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Pilot Program: Starting January 2026</a:t>
            </a:r>
          </a:p>
          <a:p>
            <a:r>
              <a:t>Expected Pilot Outcomes: Visible results in 30 days</a:t>
            </a:r>
          </a:p>
          <a:p>
            <a:r>
              <a:t>Full ROI: $4.9M in Year 1</a:t>
            </a:r>
          </a:p>
          <a:p/>
          <a:p>
            <a:r>
              <a:t>Ready to move forward?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